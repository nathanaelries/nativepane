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9144000" cy="5143500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914400" y="914400"/>
            <a:ext cx="7315200" cy="2743200"/>
          </a:xfrm>
          <a:prstGeom prst="rect">
            <a:avLst/>
          </a:prstGeom>
        </p:spPr>
        <p:txBody>
          <a:bodyPr/>
          <a:lstStyle/>
          <a:p>
            <a:r>
              <a:t>NativePane</a:t>
            </a:r>
          </a:p>
          <a:p>
            <a:r>
              <a:t>Native documents. One container. MIT.</a:t>
            </a:r>
          </a:p>
        </p:txBody>
      </p:sp>
    </p:spTree>
  </p:cSld>
</p:sld>
</file>

<file path=customXml/item1.xml><?xml version="1.0" encoding="utf-8"?>
<preserved>This untouched part must survive byte for byte.</preserved>
</file>